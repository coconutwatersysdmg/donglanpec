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80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FA8E5-C283-69CD-E548-44C743CD5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4B513E-A73C-5FEC-D093-FBA998B28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EE220D-3BBC-D8FA-F819-7DDA49E82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A152-DEFF-4E11-A9AA-11AA9F091C5B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B8F4B9-E56E-3CA9-4A2D-B0E3FC4FF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104E8E-25FA-ADC2-441B-4C37AD53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D4AC-F6FE-4BA7-BB84-BECA2FEF96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42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62B5A-6F4D-6288-77C8-67ABB139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E28E07-8BBA-59A7-19E5-D98AD4303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815DDA-C597-8D23-4F75-CBC28E19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A152-DEFF-4E11-A9AA-11AA9F091C5B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A34CB-556C-EB20-77EC-5C440C325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61D064-B154-468D-B099-756BCED6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D4AC-F6FE-4BA7-BB84-BECA2FEF96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72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5D522-3083-46C2-E676-89D80A571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8DDCDF-9F09-9248-1E92-3F00ACC46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105FF5-3B07-5721-5C18-6FD0A6897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A152-DEFF-4E11-A9AA-11AA9F091C5B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D4EB0B-4725-5EDB-4A8A-A2F0AA1E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A3C2B0-CFE1-B5C2-210F-101A5709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D4AC-F6FE-4BA7-BB84-BECA2FEF96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859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21B07-8C56-CB0B-54DC-125D83B29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6D0F05-D7D6-9E02-734F-1760EB8BAF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5A7260-DAC9-E752-29B0-8DAAC2CDC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E62C7C-DBBE-8CA7-6983-1AE1EDF70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A152-DEFF-4E11-A9AA-11AA9F091C5B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F0A1FB-34D2-80A3-3717-1AA84171D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CBE235-711D-522F-D50D-E88853075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D4AC-F6FE-4BA7-BB84-BECA2FEF96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31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8C862-18E6-609D-5769-48A449D9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8C59FE-EB57-AA35-1BC9-220234B16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CB0184-32F1-A868-9FE0-2885193F9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C3D17F-3666-A21A-7402-2234F0E3DC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869C9B-8449-3E12-858D-C93DC5D825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86BF97-499A-9A7F-CB84-F38F11BF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A152-DEFF-4E11-A9AA-11AA9F091C5B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5396AD-CAE5-E686-B969-405E8BC9F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CF7BB5-2CB6-E02E-D71D-10288221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D4AC-F6FE-4BA7-BB84-BECA2FEF96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57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3DD9C-54D4-3B9B-E390-C281ADC4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F26E8E-7FAF-A4E0-07F5-22E683927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A152-DEFF-4E11-A9AA-11AA9F091C5B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DEF8C1-69F0-6D01-A1E8-ECE918974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D5F0DD-F1D0-D8FD-73D3-F3F89328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D4AC-F6FE-4BA7-BB84-BECA2FEF96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56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D6590A-BCF2-C6B8-EFB2-600251543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A152-DEFF-4E11-A9AA-11AA9F091C5B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F68960F-2485-E908-EE15-07027142D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E53837-4BF1-2039-8A4F-1DEF74B1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D4AC-F6FE-4BA7-BB84-BECA2FEF96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651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1AA7F-EDE9-E59A-E21B-5FF5B7BD4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9E084C-D34E-8655-4652-A6C220604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EC4416-FDEE-A400-9240-545ACE729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70E19A-3E56-E6C8-C26C-39B1B8D7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A152-DEFF-4E11-A9AA-11AA9F091C5B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6FA21F-906D-0CED-67AC-5DE68F6F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1E0275-1F02-22A1-A86B-26C748457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D4AC-F6FE-4BA7-BB84-BECA2FEF96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647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A8358B-94AA-9403-BB66-B2F82494E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5D3039-04EC-24CF-D325-9F6F6E9D7A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DB085E-DEC4-374D-5B3E-1BE3DA1B5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AB68B-0A57-AB44-FFAD-24D6D687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A152-DEFF-4E11-A9AA-11AA9F091C5B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FBC6E6-F2EC-3F70-99A2-F3EE07DFE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6E6778-8E9D-09A5-BD12-38C24F1D2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D4AC-F6FE-4BA7-BB84-BECA2FEF96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330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86119-E828-F10F-8699-C030BF97D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F25BA7-07A8-C3FF-E4A8-34E94E8C2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34B946-88F3-EBFB-AC0F-FCC7192CA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A152-DEFF-4E11-A9AA-11AA9F091C5B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66811B-8115-E217-AA79-8AF759A3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9D0476-8906-728D-6319-284ADF6C8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D4AC-F6FE-4BA7-BB84-BECA2FEF96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458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F020B1-F652-6CBC-95E7-ED7DD37A3E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291E71-CE5D-C8FA-7854-28EDD67C5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98F781-1271-76F1-E5D8-FED5EACDF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A152-DEFF-4E11-A9AA-11AA9F091C5B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577D27-0C2B-5561-378D-BC65DF0E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7109AA-9F72-C628-CF60-8E20B299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D4AC-F6FE-4BA7-BB84-BECA2FEF96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96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755406-3E18-4673-C06C-7C7F39434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BBB06E-F637-A0F7-0EF4-4619B06D4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46DEE8-4A0D-1A5B-3407-9CA26BAEE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CA152-DEFF-4E11-A9AA-11AA9F091C5B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0AC2A4-5E05-529B-3E6F-EE5C9437C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64CB4B-68C3-04BC-430B-D457832BC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5D4AC-F6FE-4BA7-BB84-BECA2FEF96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57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4620D55-6BEC-3D90-186C-579D5D26EA9E}"/>
              </a:ext>
            </a:extLst>
          </p:cNvPr>
          <p:cNvGrpSpPr/>
          <p:nvPr/>
        </p:nvGrpSpPr>
        <p:grpSpPr>
          <a:xfrm>
            <a:off x="130494" y="2650747"/>
            <a:ext cx="1311851" cy="369332"/>
            <a:chOff x="695378" y="2643925"/>
            <a:chExt cx="1311851" cy="36933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267EB4B-A3AD-75B3-DD63-02E6310EC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378" y="2657571"/>
              <a:ext cx="361843" cy="325659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C82A80F-5E78-FBD9-B7FC-7FA189ED5913}"/>
                </a:ext>
              </a:extLst>
            </p:cNvPr>
            <p:cNvSpPr txBox="1"/>
            <p:nvPr/>
          </p:nvSpPr>
          <p:spPr>
            <a:xfrm>
              <a:off x="967099" y="2643925"/>
              <a:ext cx="1040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/>
                <a:t>换热管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AB14EAB-1316-6BD3-3DFC-628707565B71}"/>
              </a:ext>
            </a:extLst>
          </p:cNvPr>
          <p:cNvGrpSpPr/>
          <p:nvPr/>
        </p:nvGrpSpPr>
        <p:grpSpPr>
          <a:xfrm>
            <a:off x="1250284" y="2635734"/>
            <a:ext cx="1361176" cy="381321"/>
            <a:chOff x="1826308" y="2635734"/>
            <a:chExt cx="1361176" cy="38132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80038C1-7BB0-8E79-7E8B-7CECAD7D9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6308" y="2635734"/>
              <a:ext cx="361843" cy="349781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FDAF14-0BF3-EABA-7458-0C5A4A11C89D}"/>
                </a:ext>
              </a:extLst>
            </p:cNvPr>
            <p:cNvSpPr txBox="1"/>
            <p:nvPr/>
          </p:nvSpPr>
          <p:spPr>
            <a:xfrm>
              <a:off x="2147354" y="2647723"/>
              <a:ext cx="1040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/>
                <a:t>拉杆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9A82B99-7349-B937-883A-D52B853EE2D3}"/>
              </a:ext>
            </a:extLst>
          </p:cNvPr>
          <p:cNvGrpSpPr/>
          <p:nvPr/>
        </p:nvGrpSpPr>
        <p:grpSpPr>
          <a:xfrm>
            <a:off x="2181863" y="2636660"/>
            <a:ext cx="1449632" cy="369332"/>
            <a:chOff x="2817568" y="2643925"/>
            <a:chExt cx="1449632" cy="369332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E20C7735-7F14-FE0F-7D81-B531FAAF3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7568" y="2657571"/>
              <a:ext cx="368859" cy="355686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DC7BEB2-CD06-85FF-A11F-CB3EDDE937E2}"/>
                </a:ext>
              </a:extLst>
            </p:cNvPr>
            <p:cNvSpPr txBox="1"/>
            <p:nvPr/>
          </p:nvSpPr>
          <p:spPr>
            <a:xfrm>
              <a:off x="3146686" y="2643925"/>
              <a:ext cx="1120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/>
                <a:t>中间挡管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8E2C7A8-1409-FF28-DA12-B2A4EF4D3DEC}"/>
              </a:ext>
            </a:extLst>
          </p:cNvPr>
          <p:cNvGrpSpPr/>
          <p:nvPr/>
        </p:nvGrpSpPr>
        <p:grpSpPr>
          <a:xfrm>
            <a:off x="3547140" y="2610888"/>
            <a:ext cx="1409891" cy="419021"/>
            <a:chOff x="4301099" y="2625903"/>
            <a:chExt cx="1409891" cy="419021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0925E13-FC43-3BC2-C40C-38A960068CC0}"/>
                </a:ext>
              </a:extLst>
            </p:cNvPr>
            <p:cNvSpPr txBox="1"/>
            <p:nvPr/>
          </p:nvSpPr>
          <p:spPr>
            <a:xfrm>
              <a:off x="4596318" y="2643925"/>
              <a:ext cx="1114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/>
                <a:t>中间挡板</a:t>
              </a: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08579511-3DEF-10D5-C064-19F61D3FD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1099" y="2625903"/>
              <a:ext cx="295219" cy="419021"/>
            </a:xfrm>
            <a:prstGeom prst="rect">
              <a:avLst/>
            </a:prstGeom>
          </p:spPr>
        </p:pic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BBFBB86-4E5A-DAAA-FA95-02067183F14F}"/>
              </a:ext>
            </a:extLst>
          </p:cNvPr>
          <p:cNvGrpSpPr/>
          <p:nvPr/>
        </p:nvGrpSpPr>
        <p:grpSpPr>
          <a:xfrm>
            <a:off x="4899526" y="2635732"/>
            <a:ext cx="1486068" cy="369332"/>
            <a:chOff x="2486360" y="3945010"/>
            <a:chExt cx="1486068" cy="369332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41E67AF1-3683-76F5-6290-0BF12D4B2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6360" y="4020574"/>
              <a:ext cx="362118" cy="247602"/>
            </a:xfrm>
            <a:prstGeom prst="rect">
              <a:avLst/>
            </a:prstGeom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5398242-B606-4DD1-E18D-96582746A1CE}"/>
                </a:ext>
              </a:extLst>
            </p:cNvPr>
            <p:cNvSpPr txBox="1"/>
            <p:nvPr/>
          </p:nvSpPr>
          <p:spPr>
            <a:xfrm>
              <a:off x="2851914" y="3945010"/>
              <a:ext cx="1120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/>
                <a:t>旁路挡板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30643F5-D1D6-9B12-A39C-241B0CBDA23B}"/>
              </a:ext>
            </a:extLst>
          </p:cNvPr>
          <p:cNvGrpSpPr/>
          <p:nvPr/>
        </p:nvGrpSpPr>
        <p:grpSpPr>
          <a:xfrm>
            <a:off x="6318811" y="2635732"/>
            <a:ext cx="1872832" cy="369332"/>
            <a:chOff x="6709266" y="2650747"/>
            <a:chExt cx="1872832" cy="36933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68C04D1-C022-4742-12D3-D574D1942208}"/>
                </a:ext>
              </a:extLst>
            </p:cNvPr>
            <p:cNvSpPr txBox="1"/>
            <p:nvPr/>
          </p:nvSpPr>
          <p:spPr>
            <a:xfrm>
              <a:off x="7218790" y="2650747"/>
              <a:ext cx="13633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/>
                <a:t>折流板切口</a:t>
              </a: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CF7EF2A7-49DE-C6FD-883B-ABF7FCDCA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9266" y="2744201"/>
              <a:ext cx="509524" cy="200000"/>
            </a:xfrm>
            <a:prstGeom prst="rect">
              <a:avLst/>
            </a:prstGeom>
          </p:spPr>
        </p:pic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C46DF8D-4E7E-BD4E-3062-2F7073766AC4}"/>
              </a:ext>
            </a:extLst>
          </p:cNvPr>
          <p:cNvGrpSpPr/>
          <p:nvPr/>
        </p:nvGrpSpPr>
        <p:grpSpPr>
          <a:xfrm>
            <a:off x="9238144" y="2635732"/>
            <a:ext cx="1363308" cy="369332"/>
            <a:chOff x="8551534" y="2635734"/>
            <a:chExt cx="1363308" cy="369332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8834867-11A8-2A25-29CB-239A37C69AFB}"/>
                </a:ext>
              </a:extLst>
            </p:cNvPr>
            <p:cNvSpPr txBox="1"/>
            <p:nvPr/>
          </p:nvSpPr>
          <p:spPr>
            <a:xfrm>
              <a:off x="8801132" y="2635734"/>
              <a:ext cx="11137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/>
                <a:t>环首螺钉</a:t>
              </a:r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D2B8EBFF-8324-63E3-1F96-9FD7C6DA0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51534" y="2684696"/>
              <a:ext cx="280162" cy="271407"/>
            </a:xfrm>
            <a:prstGeom prst="rect">
              <a:avLst/>
            </a:prstGeom>
          </p:spPr>
        </p:pic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D549036-EEF4-94A9-AAC2-7B90A9B95581}"/>
              </a:ext>
            </a:extLst>
          </p:cNvPr>
          <p:cNvGrpSpPr/>
          <p:nvPr/>
        </p:nvGrpSpPr>
        <p:grpSpPr>
          <a:xfrm>
            <a:off x="10526310" y="2623813"/>
            <a:ext cx="1633775" cy="369332"/>
            <a:chOff x="9871584" y="2635734"/>
            <a:chExt cx="1633775" cy="369332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35945DE-E152-D036-8D19-D1B964B402D2}"/>
                </a:ext>
              </a:extLst>
            </p:cNvPr>
            <p:cNvSpPr txBox="1"/>
            <p:nvPr/>
          </p:nvSpPr>
          <p:spPr>
            <a:xfrm>
              <a:off x="10465229" y="2635734"/>
              <a:ext cx="1040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/>
                <a:t>防冲板</a:t>
              </a:r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CEE699D9-2B23-D462-F8F3-BC78FB422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1584" y="2682053"/>
              <a:ext cx="585712" cy="257142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3C6DC26-7292-1A88-C565-ECBBF1E192A5}"/>
              </a:ext>
            </a:extLst>
          </p:cNvPr>
          <p:cNvGrpSpPr/>
          <p:nvPr/>
        </p:nvGrpSpPr>
        <p:grpSpPr>
          <a:xfrm>
            <a:off x="8191643" y="2633362"/>
            <a:ext cx="1038568" cy="369332"/>
            <a:chOff x="6063272" y="3944697"/>
            <a:chExt cx="1038568" cy="369332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C17A37E-7B70-9FD4-0715-4AD1DE4AB4E6}"/>
                </a:ext>
              </a:extLst>
            </p:cNvPr>
            <p:cNvSpPr/>
            <p:nvPr/>
          </p:nvSpPr>
          <p:spPr>
            <a:xfrm>
              <a:off x="6063272" y="4053163"/>
              <a:ext cx="351064" cy="1524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DB66DB1-17A4-FF57-CA46-C5F6DA849209}"/>
                </a:ext>
              </a:extLst>
            </p:cNvPr>
            <p:cNvSpPr txBox="1"/>
            <p:nvPr/>
          </p:nvSpPr>
          <p:spPr>
            <a:xfrm>
              <a:off x="6414336" y="3944697"/>
              <a:ext cx="687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/>
                <a:t>滑道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7071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21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朔飞 刘</dc:creator>
  <cp:lastModifiedBy>朔飞 刘</cp:lastModifiedBy>
  <cp:revision>5</cp:revision>
  <dcterms:created xsi:type="dcterms:W3CDTF">2025-10-12T11:26:30Z</dcterms:created>
  <dcterms:modified xsi:type="dcterms:W3CDTF">2025-10-12T15:08:45Z</dcterms:modified>
</cp:coreProperties>
</file>